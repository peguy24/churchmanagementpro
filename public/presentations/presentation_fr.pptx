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Church Management Pro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Plateforme Tout-en-Un pour les Églises Modernes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Gérez vos membres, finances, événements et plus — tout en un seul endroit.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731520"/>
            <a:ext cx="3840480" cy="329184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Défis des Églises Aujourd'hui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657600" cy="118872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554480" y="16002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Papier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20116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perdus, doublons et heures passées à chercher des informations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463040"/>
            <a:ext cx="3657600" cy="118872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⏰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669280" y="16002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Chronophages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69280" y="20116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 manuelle, rapports et communication prennent un temps précieux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926080"/>
            <a:ext cx="3657600" cy="118872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3063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554480" y="3063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Complexité Financière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54480" y="34747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les dons, dépenses et budgets avec des tableurs est source d'erreurs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2926080"/>
            <a:ext cx="3657600" cy="118872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0" y="3063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669280" y="3063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Claire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669280" y="34747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données, il est difficile de mesurer la croissance et l'engagement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Solution : Church Management Pro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 puissante et intuitive conçue spécifiquement pour les églises. Tout ce dont vous avez besoin pour gérer efficacement votre communauté.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Églises Actives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0" y="18288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50K+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743200" y="2286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Membres Gérés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0" y="18288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99.9%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754880" y="2286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Disponibilité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66560" y="18288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24/7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766560" y="2286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1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926080"/>
            <a:ext cx="6400800" cy="201168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des Membres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Profils complets avec photos et codes QR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Champs personnalisés selon vos besoins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Liens familiaux et ménages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de cartes membres (PDF)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automatiques anniversaires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154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de demande et approbation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5661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depuis CSV/Excel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9776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et filtrage avancés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457200"/>
            <a:ext cx="3931920" cy="32004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Suivi de Présence Intelligent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554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📱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QR Code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Scannez les codes QR des membres pour un enregistrement instantané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1554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474720" y="2194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Statistiques en Temps Réel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6517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Tendances de présence, heures d'arrivée et modèles d'engagement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1554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🔔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194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Automatiques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6517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Soyez notifié quand des membres sont absents plusieurs semaines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Financière Complète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Suivez chaque dollar avec précision et générez des rapports professionnels.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560320" cy="11887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7373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💰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Dons et Dîmes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645920"/>
            <a:ext cx="2560320" cy="11887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17373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429000" y="21488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Dépenses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645920"/>
            <a:ext cx="2560320" cy="11887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🏦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63640" y="21488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Rapprochement Bancaire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2560320" cy="11887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" y="32004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" y="36118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Budgétaire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91840" y="3108960"/>
            <a:ext cx="2560320" cy="11887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291840" y="32004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🧾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3429000" y="36118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Reçus Fiscaux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26480" y="3108960"/>
            <a:ext cx="2560320" cy="11887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126480" y="32004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💳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Caisse Enregistreuse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des Événements et Ministères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Créez et gérez des événements avec rappels automatiques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 en ligne aux événements avec codes QR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ministères et groupes avec responsables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et coordination des bénévoles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Calendrier des événements multi-jours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présence par événement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Multi-Branches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Gérez toutes vos succursales depuis un tableau de bord unique.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20116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🏛️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94360" y="2651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Central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30175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unifiée de toutes les branches avec données en temps réel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82880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91840" y="20116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👥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29000" y="2651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par Branche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30175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branche gère ses propres membres, finances et événements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82880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20116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📈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263640" y="2651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Comparatifs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30175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Comparez les performances entre branches avec des analyses détaillées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Rapports Avancés et Insights Intelligents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 croissance et rétention des membres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financiers avec graphiques et tendances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de présence et prédictions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intelligents et recommandations par 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en CSV, PDF et Excel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de santé d'église et benchmarks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de Niveau Entreprise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840480" cy="91440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par Rôles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16459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Définissez des rôles et permissions personnalisés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840480" cy="91440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486400" y="12801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Chiffrement des Données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0" y="16459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données chiffrées au repos et en transit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3840480" cy="91440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88720" y="24688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Journaux d'Audit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2834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Suivez chaque action avec des traces détaillées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377440"/>
            <a:ext cx="3840480" cy="91440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0" y="24688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Multi-Facteur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0" y="2834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email et OTP pour une connexion sécurisée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Tarification Simple et Transparente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7680960" cy="384048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Prêt à Transformer Votre Église 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201168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Rejoignez des centaines d'églises qui font confiance à Church Management Pro pour gérer leur communauté.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26080" y="2926080"/>
            <a:ext cx="3291840" cy="640080"/>
          </a:xfrm>
          <a:prstGeom prst="rect">
            <a:avLst/>
          </a:prstGeom>
          <a:solidFill>
            <a:srgbClr val="D4A843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926080" y="29260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Commencer l'Essai Gratuit →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931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Essai gratuit de 14 jours • Aucune carte de crédit requise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297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www.cogmpw-sys.lovable.app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Church Management Pro</dc:title>
  <dc:subject>PptxGenJS Presentation</dc:subject>
  <dc:creator>Church Management Pro</dc:creator>
  <cp:lastModifiedBy>Church Management Pro</cp:lastModifiedBy>
  <cp:revision>1</cp:revision>
  <dcterms:created xsi:type="dcterms:W3CDTF">2026-04-01T03:37:11Z</dcterms:created>
  <dcterms:modified xsi:type="dcterms:W3CDTF">2026-04-01T03:37:11Z</dcterms:modified>
</cp:coreProperties>
</file>