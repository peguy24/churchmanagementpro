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843"/>
                </a:solidFill>
              </a:rPr>
              <a:t>CHURCH MANAGEMENT PRO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La solution complète pour la gestion moderne d'église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</a:rPr>
              <a:t>LE DÉFI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✗  Registres papier et tableurs dispersés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✗  Aucune base de données centralisée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✗  Suivi manuel des présences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✗  Dossiers financiers désorganisés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✗  Communication difficile avec les membres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✗  Aucun rapport en temps réel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</a:rPr>
              <a:t>LA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Church Management Pro est une plateforme tout-en-un qui digitalise et simplifie chaque aspect de l'administration d'église.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✓ Gestion centralisée des membres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✓ Présences automatisées par QR code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✓ Suivi financier complet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✓ Planification d'événements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✓ Support multi-succursales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5029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✓ Rapports et analyses en temps réel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GESTION DES MEMBRES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Profils complets avec photos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Champs personnalisés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Relations familiales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Cartes QR codes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Import/export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Notifications anniversaire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SUIVI DES PRÉSENCES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Scan QR codes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Mode kiosque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Rapports temps réel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Alertes absence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Tendances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Multi-événements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GESTION FINANCIÈRE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Dons par catégorie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Gestion dépenses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Budgets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Rapprochement bancaire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Reçus fiscaux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Rapports financiers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ÉVÉNEMENTS &amp; MINISTÈRES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Calendrier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Inscription en ligne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Ministères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Bénévoles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Rappels auto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Présences par événement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MULTI-SUCCURSALES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Admin centralisée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Permissions par succursale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Rapports consolidés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Transferts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Comparaison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Paramètres indépendants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RAPPORTS &amp; ANALYSES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Analyses IA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Croissance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Engagement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Prédiction attrition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Rapports custom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▸  Export PDF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SÉCURITÉ &amp; CONFORMITÉ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🔒  Chiffrement entreprise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🔒  Contrôle d'accès par rôle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🔒  Piste d'audit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🔒  Auth. deux facteurs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🔒  Sauvegardes cloud auto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🔒  Conforme RGPD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NOS TARIFS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474720" cy="3657600"/>
          </a:xfrm>
          <a:prstGeom prst="roundRect">
            <a:avLst>
              <a:gd name="adj" fmla="val 3947"/>
            </a:avLst>
          </a:prstGeom>
          <a:solidFill>
            <a:srgbClr val="1B28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</a:rPr>
              <a:t>Essentiel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$29.99/mois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200 membres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1 succursale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5 utilisateurs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188720"/>
            <a:ext cx="3474720" cy="3657600"/>
          </a:xfrm>
          <a:prstGeom prst="roundRect">
            <a:avLst>
              <a:gd name="adj" fmla="val 3947"/>
            </a:avLst>
          </a:prstGeom>
          <a:solidFill>
            <a:srgbClr val="1B2838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371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</a:rPr>
              <a:t>Professionnel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97680" y="20116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$59.99/mois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1 000 membres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3 succursales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15 utilisateurs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4206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</a:rPr>
              <a:t>★ PLUS POPULAIRE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188720"/>
            <a:ext cx="3474720" cy="3657600"/>
          </a:xfrm>
          <a:prstGeom prst="roundRect">
            <a:avLst>
              <a:gd name="adj" fmla="val 3947"/>
            </a:avLst>
          </a:prstGeom>
          <a:solidFill>
            <a:srgbClr val="1B2838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371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</a:rPr>
              <a:t>Entreprise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38160" y="20116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$99.99/mois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412480" y="29260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Membres illimités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Succursales illimitées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3"/>
                </a:solidFill>
              </a:rPr>
              <a:t>COMMENCEZ AUJOURD'HUI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Essai gratuit de 14 jours • Sans carte de crédit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</a:rPr>
              <a:t>www.cogmpw-sys.lovable.app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2026-04-04T14:42:21Z</dcterms:created>
  <dcterms:modified xsi:type="dcterms:W3CDTF">2026-04-04T14:42:21Z</dcterms:modified>
</cp:coreProperties>
</file>