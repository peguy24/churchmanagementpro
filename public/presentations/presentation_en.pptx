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A843"/>
                </a:solidFill>
              </a:rPr>
              <a:t>CHURCH MANAGEMENT PRO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The Complete Solution for Modern Church Management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843"/>
                </a:solidFill>
              </a:rPr>
              <a:t>THE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188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  Scattered paper records &amp; spreadsheets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  No centralized member database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  Manual attendance tracking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  Unorganized financial records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  Poor communication with members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4389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  No real-time reporting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843"/>
                </a:solidFill>
              </a:rPr>
              <a:t>THE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1887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Church Management Pro is an all-in-one platform that digitizes and simplifies every aspect of church administration.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✓ Centralized member management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✓ Automated attendance with QR codes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✓ Complete financial tracking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✓ Event planning &amp; registration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✓ Multi-branch support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5029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✓ Real-time reports &amp; insights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MEMBER MANAGEMENT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Complete member profiles with photos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Custom fields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Family relationships tracking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Member cards with QR codes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Import/export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Birthday notifications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ATTENDANCE TRACKING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QR code scanning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Kiosk mode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Real-time reports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Absence alerts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Historical trends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Multi-event support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FINANCIAL MANAGEMENT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Donation tracking by category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Expense management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Budget planning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Bank reconciliation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Tax receipts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Financial reports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EVENTS &amp; MINISTRIES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Event calendar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Online registration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Ministry teams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Volunteer scheduling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Automated reminders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Per-event attendance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MULTI-BRANCH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Centralized admin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Branch permissions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Consolidated reporting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Member transfers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Comparison dashboard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Independent settings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REPORTS &amp; AI INSIGHTS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AI-powered analytics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Growth trends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Engagement scoring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Churn prediction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Custom reports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▸  PDF export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SECURITY &amp; COMPLIANCE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🔒  Enterprise-grade encryption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🔒  Role-based access control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🔒  Complete audit trail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🔒  Two-factor authentication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🔒  Automatic cloud backups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🔒  GDPR compliant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</a:rPr>
              <a:t>PRICING PLANS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474720" cy="3657600"/>
          </a:xfrm>
          <a:prstGeom prst="roundRect">
            <a:avLst>
              <a:gd name="adj" fmla="val 3947"/>
            </a:avLst>
          </a:prstGeom>
          <a:solidFill>
            <a:srgbClr val="1B283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43"/>
                </a:solidFill>
              </a:rPr>
              <a:t>Essential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$29.99/mo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200 members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1 branch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5 users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188720"/>
            <a:ext cx="3474720" cy="3657600"/>
          </a:xfrm>
          <a:prstGeom prst="roundRect">
            <a:avLst>
              <a:gd name="adj" fmla="val 3947"/>
            </a:avLst>
          </a:prstGeom>
          <a:solidFill>
            <a:srgbClr val="1B2838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13716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43"/>
                </a:solidFill>
              </a:rPr>
              <a:t>Professional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97680" y="201168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$59.99/mo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1,000 members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3 branches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15 users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4206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</a:rPr>
              <a:t>★ MOST POPULAR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188720"/>
            <a:ext cx="3474720" cy="3657600"/>
          </a:xfrm>
          <a:prstGeom prst="roundRect">
            <a:avLst>
              <a:gd name="adj" fmla="val 3947"/>
            </a:avLst>
          </a:prstGeom>
          <a:solidFill>
            <a:srgbClr val="1B2838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13716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43"/>
                </a:solidFill>
              </a:rPr>
              <a:t>Enterprise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138160" y="201168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$99.99/mo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412480" y="29260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Unlimited members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Unlimited branches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843"/>
                </a:solidFill>
              </a:rPr>
              <a:t>GET STARTED TODAY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14-Day Free Trial • No Credit Card Required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9AA"/>
                </a:solidFill>
              </a:rPr>
              <a:t>www.cogmpw-sys.lovable.app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2026-04-04T14:42:21Z</dcterms:created>
  <dcterms:modified xsi:type="dcterms:W3CDTF">2026-04-04T14:42:21Z</dcterms:modified>
</cp:coreProperties>
</file>