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Church Management Pro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All-in-One Platform for Modern Churches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members, finances, events, and more — all in one place.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731520"/>
            <a:ext cx="3840480" cy="329184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 Churches Face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554480" y="1600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Paper-Based Records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2011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files, duplicates, and hours spent searching for information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46304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⏰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669280" y="1600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Time-Consuming Tasks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9280" y="2011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attendance, reports, and communication take up valuable time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063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554480" y="3063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Complexity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3474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donations, expenses, and budgets with spreadsheets is error-prone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92608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3063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669280" y="3063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Clear Insights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0" y="3474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data, it's hard to measure growth and engagement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Solution: Church Management Pro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powerful, intuitive platform built specifically for churches. Everything you need to manage your community effectively.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Churches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50K+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74320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Managed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6656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24/7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76656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1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926080"/>
            <a:ext cx="6400800" cy="201168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Member Management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member profiles with photos &amp; QR codes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fields for your church's specific needs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&amp; household linking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cards generation (PDF)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birthday &amp; anniversary notifications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154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request &amp; approval workflow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566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members from CSV/Excel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977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search &amp; filtering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457200"/>
            <a:ext cx="3931920" cy="32004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Attendance Tracking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554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Scanner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member QR codes for instant check-in at services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554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Stats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651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attendance trends, arrival times, and engagement patterns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554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🔔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Alerts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651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notified when members are absent for multiple weeks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 Financial Management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every dollar with precision and generate professional reports.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Donations &amp; Tithes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64592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737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2900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Tracking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64592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🏦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6364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Reconciliation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3200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" y="36118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Planning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91840" y="310896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91840" y="3200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🧾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429000" y="36118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Receipts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310896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3200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💳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Register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Events &amp; Ministry Management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manage events with automatic reminders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event registration with QR codes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&amp; group management with leaders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 scheduling and coordination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calendar with multi-day support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tracking per event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Multi-Branch Management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all your locations from a single dashboard.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0116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🏛️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9436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Dashboard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view of all branches with real-time data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20116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👥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2900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Branch-Level Data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branch manages its own members, finances, and events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20116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📈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6364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Reports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performance across branches with detailed analytics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Advanced Reports &amp; Smart Insights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growth &amp; retention analytics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reports with charts and trends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patterns and predictions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smart insights and recommendations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CSV, PDF, and Excel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 health scores and benchmarks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Enterprise-Grade Security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645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custom roles and permissions for each 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486400" y="12801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Encryption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0" y="1645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encrypted at rest and in transit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88720" y="24688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every action with detailed audit trails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37744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0" y="24688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Multi-Factor Auth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 and OTP for secure login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Simple, Transparent Pricing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7680960" cy="384048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to Transform Your Church?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hundreds of churches that trust Church Management Pro to manage their community.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2926080"/>
            <a:ext cx="3291840" cy="640080"/>
          </a:xfrm>
          <a:prstGeom prst="rect">
            <a:avLst/>
          </a:prstGeom>
          <a:solidFill>
            <a:srgbClr val="D4A843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0" y="29260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Your Free Trial 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free trial • No credit card required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www.cogmpw-sys.lovable.app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Church Management Pro</dc:title>
  <dc:subject>PptxGenJS Presentation</dc:subject>
  <dc:creator>Church Management Pro</dc:creator>
  <cp:lastModifiedBy>Church Management Pro</cp:lastModifiedBy>
  <cp:revision>1</cp:revision>
  <dcterms:created xsi:type="dcterms:W3CDTF">2026-04-01T03:37:11Z</dcterms:created>
  <dcterms:modified xsi:type="dcterms:W3CDTF">2026-04-01T03:37:11Z</dcterms:modified>
</cp:coreProperties>
</file>