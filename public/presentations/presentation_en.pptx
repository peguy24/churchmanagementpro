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Management Pro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Platform for Modern Churches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members, finances, events, and more — all in one place.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840480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Churches Face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1887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files, duplicates, and hours spent searching for information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657600" cy="11887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Tasks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attendance, reports, and communication take up valuable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donations, expenses, and budgets with spreadsheets is error-prone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657600" cy="11887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Insights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data, it's hard to measure growth and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Church Management Pro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powerful, intuitive platform built specifically for churches. Everything you need to manage your community effectively.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Churches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Managed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26080"/>
            <a:ext cx="6400800" cy="2011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member profiles with photos &amp; QR codes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for your church's specific needs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household linking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cards generation (PDF)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birthday &amp; anniversary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request &amp; approval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members from CSV/Excel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filtering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457200"/>
            <a:ext cx="393192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Attendance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Scanner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member QR codes for instant check-in at services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attendance trends, arrival times, and engagement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when members are absent for multiple weeks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Financial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dollar with precision and generate professional reports.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&amp; Tithes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10896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Receipts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56032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&amp; Ministry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events with automatic reminders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event registration with QR codes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&amp; group management with leaders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scheduling and coordination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 with multi-day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 per event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Multi-Branch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your locations from a single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of all branches with real-time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manages its own members, finances, and events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Reports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branches with detailed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Reports &amp; Smart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growth &amp; retention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 with charts and trends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patterns and predictions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insights and 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CSV, PDF, and Excel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health scores and benchmarks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9144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 roles and permissions for each 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9144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 and in transit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840480" cy="9144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action with detailed audit trails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3840480" cy="9144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and OTP for secure login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Pricing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680960" cy="38404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Your Church?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hundreds of churches that trust Church Management Pro to manage their community.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926080"/>
            <a:ext cx="3291840" cy="640080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2926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Trial 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• No credit card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www.cogmpw-sys.lovable.app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Church Management Pro</dc:title>
  <dc:subject>PptxGenJS Presentation</dc:subject>
  <dc:creator>Church Management Pro</dc:creator>
  <cp:lastModifiedBy>Church Management Pro</cp:lastModifiedBy>
  <cp:revision>1</cp:revision>
  <dcterms:created xsi:type="dcterms:W3CDTF">2026-04-01T03:43:38Z</dcterms:created>
  <dcterms:modified xsi:type="dcterms:W3CDTF">2026-04-01T03:43:38Z</dcterms:modified>
</cp:coreProperties>
</file>